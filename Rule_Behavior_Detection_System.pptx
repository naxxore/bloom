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182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6547104"/>
            <a:ext cx="11109960" cy="0"/>
          </a:xfrm>
          <a:prstGeom prst="line">
            <a:avLst/>
          </a:prstGeom>
          <a:noFill/>
          <a:ln w="12700">
            <a:solidFill>
              <a:srgbClr val="19D3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025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025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57400" cy="0"/>
          </a:xfrm>
          <a:prstGeom prst="line">
            <a:avLst/>
          </a:prstGeom>
          <a:noFill/>
          <a:ln w="25400">
            <a:solidFill>
              <a:srgbClr val="9E6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320040"/>
            <a:ext cx="0" cy="777240"/>
          </a:xfrm>
          <a:prstGeom prst="line">
            <a:avLst/>
          </a:prstGeom>
          <a:noFill/>
          <a:ln w="25400">
            <a:solidFill>
              <a:srgbClr val="9E6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2148840" cy="0"/>
          </a:xfrm>
          <a:prstGeom prst="line">
            <a:avLst/>
          </a:prstGeom>
          <a:noFill/>
          <a:ln w="25400">
            <a:solidFill>
              <a:srgbClr val="19D3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 + Behavior-Based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web security layer that detects known attack patterns with rules and abnormal activity with behavior baselines.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603504"/>
            <a:ext cx="1325880" cy="310896"/>
          </a:xfrm>
          <a:prstGeom prst="rect">
            <a:avLst/>
          </a:prstGeom>
          <a:solidFill>
            <a:srgbClr val="10243A"/>
          </a:solidFill>
          <a:ln>
            <a:solidFill>
              <a:srgbClr val="10243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7B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 = Gate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8961120" y="603504"/>
            <a:ext cx="1600200" cy="310896"/>
          </a:xfrm>
          <a:prstGeom prst="rect">
            <a:avLst/>
          </a:prstGeom>
          <a:solidFill>
            <a:srgbClr val="10243A"/>
          </a:solidFill>
          <a:ln>
            <a:solidFill>
              <a:srgbClr val="10243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39E8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= Known Attacks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7909560" y="1014984"/>
            <a:ext cx="2011680" cy="310896"/>
          </a:xfrm>
          <a:prstGeom prst="rect">
            <a:avLst/>
          </a:prstGeom>
          <a:solidFill>
            <a:srgbClr val="10243A"/>
          </a:solidFill>
          <a:ln>
            <a:solidFill>
              <a:srgbClr val="10243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9E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= Unusual Activity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1700784" y="3429000"/>
            <a:ext cx="960120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27248" y="3429000"/>
            <a:ext cx="969264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45152" y="3429000"/>
            <a:ext cx="960120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72200" y="3429000"/>
            <a:ext cx="960120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26680" y="3429000"/>
            <a:ext cx="941832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17152" y="3429000"/>
            <a:ext cx="932688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907792"/>
            <a:ext cx="1051560" cy="1024128"/>
          </a:xfrm>
          <a:prstGeom prst="rect">
            <a:avLst/>
          </a:prstGeom>
          <a:solidFill>
            <a:srgbClr val="0D1B2E"/>
          </a:solidFill>
          <a:ln w="15240">
            <a:solidFill>
              <a:srgbClr val="19D3FF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27732" y="2788920"/>
            <a:ext cx="1051560" cy="1261872"/>
          </a:xfrm>
          <a:prstGeom prst="rect">
            <a:avLst/>
          </a:prstGeom>
          <a:solidFill>
            <a:srgbClr val="1B1735"/>
          </a:solidFill>
          <a:ln w="15240">
            <a:solidFill>
              <a:srgbClr val="9E6BFF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Gate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160520" y="2788920"/>
            <a:ext cx="1051560" cy="1261872"/>
          </a:xfrm>
          <a:prstGeom prst="rect">
            <a:avLst/>
          </a:prstGeom>
          <a:solidFill>
            <a:srgbClr val="0D1B2E"/>
          </a:solidFill>
          <a:ln w="15240">
            <a:solidFill>
              <a:srgbClr val="19D3FF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669280" y="2788920"/>
            <a:ext cx="1143000" cy="1261872"/>
          </a:xfrm>
          <a:prstGeom prst="rect">
            <a:avLst/>
          </a:prstGeom>
          <a:solidFill>
            <a:srgbClr val="0D1B2E"/>
          </a:solidFill>
          <a:ln w="15240">
            <a:solidFill>
              <a:srgbClr val="39E8B0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Collection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223760" y="2788920"/>
            <a:ext cx="1143000" cy="1261872"/>
          </a:xfrm>
          <a:prstGeom prst="rect">
            <a:avLst/>
          </a:prstGeom>
          <a:solidFill>
            <a:srgbClr val="2A1D0B"/>
          </a:solidFill>
          <a:ln w="15240">
            <a:solidFill>
              <a:srgbClr val="FFB547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732520" y="2788920"/>
            <a:ext cx="1143000" cy="1261872"/>
          </a:xfrm>
          <a:prstGeom prst="rect">
            <a:avLst/>
          </a:prstGeom>
          <a:solidFill>
            <a:srgbClr val="09261F"/>
          </a:solidFill>
          <a:ln w="15240">
            <a:solidFill>
              <a:srgbClr val="39E8B0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+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10222992" y="2788920"/>
            <a:ext cx="1234440" cy="1261872"/>
          </a:xfrm>
          <a:prstGeom prst="rect">
            <a:avLst/>
          </a:prstGeom>
          <a:solidFill>
            <a:srgbClr val="0D1B2E"/>
          </a:solidFill>
          <a:ln w="15240">
            <a:solidFill>
              <a:srgbClr val="9E6BFF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Analyst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" y="5084064"/>
            <a:ext cx="50749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does not guess from one request. It stores security events, calculates time-window metrics, compares them with rules and normal behavior, then produces a risk score.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80760" y="4983480"/>
            <a:ext cx="5413248" cy="777240"/>
          </a:xfrm>
          <a:prstGeom prst="rect">
            <a:avLst/>
          </a:prstGeom>
          <a:solidFill>
            <a:srgbClr val="10243A"/>
          </a:solidFill>
          <a:ln w="17780">
            <a:solidFill>
              <a:srgbClr val="19D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action: Allow → Monitor → Alert → MFA/CAPTCHA → Revoke Session → Block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025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57400" cy="0"/>
          </a:xfrm>
          <a:prstGeom prst="line">
            <a:avLst/>
          </a:prstGeom>
          <a:noFill/>
          <a:ln w="25400">
            <a:solidFill>
              <a:srgbClr val="9E6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320040"/>
            <a:ext cx="0" cy="777240"/>
          </a:xfrm>
          <a:prstGeom prst="line">
            <a:avLst/>
          </a:prstGeom>
          <a:noFill/>
          <a:ln w="25400">
            <a:solidFill>
              <a:srgbClr val="9E6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2148840" cy="0"/>
          </a:xfrm>
          <a:prstGeom prst="line">
            <a:avLst/>
          </a:prstGeom>
          <a:noFill/>
          <a:ln w="25400">
            <a:solidFill>
              <a:srgbClr val="19D3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Catalog: What We Detect + What We Use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822960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detection has evidence fields. Rules catch fixed attack patterns; behavior compares current activity with the entity baseline.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2606040" cy="1078992"/>
          </a:xfrm>
          <a:prstGeom prst="rect">
            <a:avLst/>
          </a:prstGeom>
          <a:solidFill>
            <a:srgbClr val="2B1018"/>
          </a:solidFill>
          <a:ln w="15240">
            <a:solidFill>
              <a:srgbClr val="FF647C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Brute force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failed_logins by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+ account in 5m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93592" y="1481328"/>
            <a:ext cx="2606040" cy="1078992"/>
          </a:xfrm>
          <a:prstGeom prst="rect">
            <a:avLst/>
          </a:prstGeom>
          <a:solidFill>
            <a:srgbClr val="2A1D0B"/>
          </a:solidFill>
          <a:ln w="15240">
            <a:solidFill>
              <a:srgbClr val="FFB547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spraying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unique_accounts by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in 15m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01384" y="1481328"/>
            <a:ext cx="2606040" cy="1078992"/>
          </a:xfrm>
          <a:prstGeom prst="rect">
            <a:avLst/>
          </a:prstGeom>
          <a:solidFill>
            <a:srgbClr val="1B1735"/>
          </a:solidFill>
          <a:ln w="15240">
            <a:solidFill>
              <a:srgbClr val="9E6BFF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stuffing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attempts + failure_ratio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some successes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09176" y="1481328"/>
            <a:ext cx="2606040" cy="1078992"/>
          </a:xfrm>
          <a:prstGeom prst="rect">
            <a:avLst/>
          </a:prstGeom>
          <a:solidFill>
            <a:srgbClr val="10243A"/>
          </a:solidFill>
          <a:ln w="15240">
            <a:solidFill>
              <a:srgbClr val="19D3FF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scanning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unique_paths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404_ratio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871216"/>
            <a:ext cx="2606040" cy="1078992"/>
          </a:xfrm>
          <a:prstGeom prst="rect">
            <a:avLst/>
          </a:prstGeom>
          <a:solidFill>
            <a:srgbClr val="0D1B2E"/>
          </a:solidFill>
          <a:ln w="15240">
            <a:solidFill>
              <a:srgbClr val="7BE8FF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 automation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request_rate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interval_variance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93592" y="2871216"/>
            <a:ext cx="2606040" cy="1078992"/>
          </a:xfrm>
          <a:prstGeom prst="rect">
            <a:avLst/>
          </a:prstGeom>
          <a:solidFill>
            <a:srgbClr val="1B1735"/>
          </a:solidFill>
          <a:ln w="15240">
            <a:solidFill>
              <a:srgbClr val="9E6BFF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hijacking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session, new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device/IP/country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01384" y="2871216"/>
            <a:ext cx="2606040" cy="1078992"/>
          </a:xfrm>
          <a:prstGeom prst="rect">
            <a:avLst/>
          </a:prstGeom>
          <a:solidFill>
            <a:srgbClr val="2B1018"/>
          </a:solidFill>
          <a:ln w="15240">
            <a:solidFill>
              <a:srgbClr val="FF647C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takeover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failed→success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device + export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09176" y="2871216"/>
            <a:ext cx="2606040" cy="1078992"/>
          </a:xfrm>
          <a:prstGeom prst="rect">
            <a:avLst/>
          </a:prstGeom>
          <a:solidFill>
            <a:srgbClr val="09261F"/>
          </a:solidFill>
          <a:ln w="15240">
            <a:solidFill>
              <a:srgbClr val="39E8B0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exfiltration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bytes_out + records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normal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4572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each detection is evaluated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37560" y="5394960"/>
            <a:ext cx="914400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52360" y="5394960"/>
            <a:ext cx="914400" cy="0"/>
          </a:xfrm>
          <a:prstGeom prst="line">
            <a:avLst/>
          </a:prstGeom>
          <a:noFill/>
          <a:ln w="26670">
            <a:solidFill>
              <a:srgbClr val="39E8B0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5074920"/>
            <a:ext cx="2615184" cy="640080"/>
          </a:xfrm>
          <a:prstGeom prst="rect">
            <a:avLst/>
          </a:prstGeom>
          <a:solidFill>
            <a:srgbClr val="0D1B2E"/>
          </a:solidFill>
          <a:ln w="15240">
            <a:solidFill>
              <a:srgbClr val="19D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Collected Signals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• account • device • session • path • status • bytes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15968" y="4965192"/>
            <a:ext cx="2423160" cy="868680"/>
          </a:xfrm>
          <a:prstGeom prst="rect">
            <a:avLst/>
          </a:prstGeom>
          <a:solidFill>
            <a:srgbClr val="2A1D0B"/>
          </a:solidFill>
          <a:ln w="15240">
            <a:solidFill>
              <a:srgbClr val="FFB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Check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conditions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10 failed logins / 5m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394192" y="4965192"/>
            <a:ext cx="2423160" cy="868680"/>
          </a:xfrm>
          <a:prstGeom prst="rect">
            <a:avLst/>
          </a:prstGeom>
          <a:solidFill>
            <a:srgbClr val="09261F"/>
          </a:solidFill>
          <a:ln w="15240">
            <a:solidFill>
              <a:srgbClr val="39E8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Check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vs normal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ex: 12× more downloads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663440" y="5989320"/>
            <a:ext cx="31089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add risk points into one final score.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025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57400" cy="0"/>
          </a:xfrm>
          <a:prstGeom prst="line">
            <a:avLst/>
          </a:prstGeom>
          <a:noFill/>
          <a:ln w="25400">
            <a:solidFill>
              <a:srgbClr val="9E6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320040"/>
            <a:ext cx="0" cy="777240"/>
          </a:xfrm>
          <a:prstGeom prst="line">
            <a:avLst/>
          </a:prstGeom>
          <a:noFill/>
          <a:ln w="25400">
            <a:solidFill>
              <a:srgbClr val="9E6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2148840" cy="0"/>
          </a:xfrm>
          <a:prstGeom prst="line">
            <a:avLst/>
          </a:prstGeom>
          <a:noFill/>
          <a:ln w="25400">
            <a:solidFill>
              <a:srgbClr val="19D3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 Engine: How We Build Known-Attack Detection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822960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are JSON definitions. The engine loads them, calculates time-window metrics, then adds risk points when conditions match.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45920" y="2240280"/>
            <a:ext cx="685800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685800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28032" y="2240280"/>
            <a:ext cx="685800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19088" y="2240280"/>
            <a:ext cx="685800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01000" y="2240280"/>
            <a:ext cx="685800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1874520"/>
            <a:ext cx="960120" cy="731520"/>
          </a:xfrm>
          <a:prstGeom prst="rect">
            <a:avLst/>
          </a:prstGeom>
          <a:solidFill>
            <a:srgbClr val="0D1B2E"/>
          </a:solidFill>
          <a:ln w="15240">
            <a:solidFill>
              <a:srgbClr val="19D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31720" y="1874520"/>
            <a:ext cx="960120" cy="731520"/>
          </a:xfrm>
          <a:prstGeom prst="rect">
            <a:avLst/>
          </a:prstGeom>
          <a:solidFill>
            <a:srgbClr val="10243A"/>
          </a:solidFill>
          <a:ln w="15240">
            <a:solidFill>
              <a:srgbClr val="19D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eventType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874520"/>
            <a:ext cx="960120" cy="731520"/>
          </a:xfrm>
          <a:prstGeom prst="rect">
            <a:avLst/>
          </a:prstGeom>
          <a:solidFill>
            <a:srgbClr val="0D1B2E"/>
          </a:solidFill>
          <a:ln w="15240">
            <a:solidFill>
              <a:srgbClr val="39E8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window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 / 15m / 1h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5513832" y="1874520"/>
            <a:ext cx="960120" cy="731520"/>
          </a:xfrm>
          <a:prstGeom prst="rect">
            <a:avLst/>
          </a:prstGeom>
          <a:solidFill>
            <a:srgbClr val="1B1735"/>
          </a:solidFill>
          <a:ln w="15240">
            <a:solidFill>
              <a:srgbClr val="9E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/ unique / ratio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7114032" y="1874520"/>
            <a:ext cx="960120" cy="731520"/>
          </a:xfrm>
          <a:prstGeom prst="rect">
            <a:avLst/>
          </a:prstGeom>
          <a:solidFill>
            <a:srgbClr val="2A1D0B"/>
          </a:solidFill>
          <a:ln w="15240">
            <a:solidFill>
              <a:srgbClr val="FFB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1874520"/>
            <a:ext cx="960120" cy="731520"/>
          </a:xfrm>
          <a:prstGeom prst="rect">
            <a:avLst/>
          </a:prstGeom>
          <a:solidFill>
            <a:srgbClr val="09261F"/>
          </a:solidFill>
          <a:ln w="15240">
            <a:solidFill>
              <a:srgbClr val="39E8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 definition example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3474720" cy="2148840"/>
          </a:xfrm>
          <a:prstGeom prst="rect">
            <a:avLst/>
          </a:prstGeom>
          <a:solidFill>
            <a:srgbClr val="0D1B2E"/>
          </a:solidFill>
          <a:ln w="15240">
            <a:solidFill>
              <a:srgbClr val="19D3FF"/>
            </a:solidFill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Brute Force Login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type: auth_result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Entity: ipHash + accountHash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Window: 5 minutes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Filter: outcome = failure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Condition: event_count ≥ 10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Score: +60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alert or temporary block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rules to implement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3639312"/>
            <a:ext cx="256032" cy="256032"/>
          </a:xfrm>
          <a:prstGeom prst="rect">
            <a:avLst/>
          </a:prstGeom>
          <a:solidFill>
            <a:srgbClr val="FF647C"/>
          </a:solidFill>
          <a:ln>
            <a:solidFill>
              <a:srgbClr val="FF647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361188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Brute force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3611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failed logins / IP + account / 5m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754880" y="4059936"/>
            <a:ext cx="256032" cy="256032"/>
          </a:xfrm>
          <a:prstGeom prst="rect">
            <a:avLst/>
          </a:prstGeom>
          <a:solidFill>
            <a:srgbClr val="FFB547"/>
          </a:solidFill>
          <a:ln>
            <a:solidFill>
              <a:srgbClr val="FFB54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74920" y="403250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spraying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29400" y="403250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unique accounts / IP / 15m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754880" y="4480560"/>
            <a:ext cx="256032" cy="256032"/>
          </a:xfrm>
          <a:prstGeom prst="rect">
            <a:avLst/>
          </a:prstGeom>
          <a:solidFill>
            <a:srgbClr val="19D3FF"/>
          </a:solidFill>
          <a:ln>
            <a:solidFill>
              <a:srgbClr val="19D3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74920" y="445312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scanning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29400" y="445312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unique paths + 60% 404 / 5m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4754880" y="4901184"/>
            <a:ext cx="256032" cy="256032"/>
          </a:xfrm>
          <a:prstGeom prst="rect">
            <a:avLst/>
          </a:prstGeom>
          <a:solidFill>
            <a:srgbClr val="9E6BFF"/>
          </a:solidFill>
          <a:ln>
            <a:solidFill>
              <a:srgbClr val="9E6B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74920" y="487375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Session-device change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29400" y="48737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session uses 2 devices or countries / 15m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754880" y="5321808"/>
            <a:ext cx="256032" cy="256032"/>
          </a:xfrm>
          <a:prstGeom prst="rect">
            <a:avLst/>
          </a:prstGeom>
          <a:solidFill>
            <a:srgbClr val="39E8B0"/>
          </a:solidFill>
          <a:ln>
            <a:solidFill>
              <a:srgbClr val="39E8B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5294376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export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29400" y="529437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10k records or 1GB / account / 1h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754880" y="5715000"/>
            <a:ext cx="5989320" cy="438912"/>
          </a:xfrm>
          <a:prstGeom prst="rect">
            <a:avLst/>
          </a:prstGeom>
          <a:solidFill>
            <a:srgbClr val="2A1D0B"/>
          </a:solidFill>
          <a:ln w="15240">
            <a:solidFill>
              <a:srgbClr val="FFB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engine = deterministic judge for known patterns</a:t>
            </a:r>
            <a:endParaRPr lang="en-US" sz="13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025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57400" cy="0"/>
          </a:xfrm>
          <a:prstGeom prst="line">
            <a:avLst/>
          </a:prstGeom>
          <a:noFill/>
          <a:ln w="25400">
            <a:solidFill>
              <a:srgbClr val="9E6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320040"/>
            <a:ext cx="0" cy="777240"/>
          </a:xfrm>
          <a:prstGeom prst="line">
            <a:avLst/>
          </a:prstGeom>
          <a:noFill/>
          <a:ln w="25400">
            <a:solidFill>
              <a:srgbClr val="9E6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336792"/>
            <a:ext cx="2148840" cy="0"/>
          </a:xfrm>
          <a:prstGeom prst="line">
            <a:avLst/>
          </a:prstGeom>
          <a:noFill/>
          <a:ln w="25400">
            <a:solidFill>
              <a:srgbClr val="19D3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 Engine, Tech Build, and LLM Role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828800" y="1901952"/>
            <a:ext cx="749808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03320" y="1901952"/>
            <a:ext cx="749808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77840" y="1901952"/>
            <a:ext cx="749808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52360" y="1901952"/>
            <a:ext cx="749808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1536192"/>
            <a:ext cx="1051560" cy="731520"/>
          </a:xfrm>
          <a:prstGeom prst="rect">
            <a:avLst/>
          </a:prstGeom>
          <a:solidFill>
            <a:srgbClr val="0D1B2E"/>
          </a:solidFill>
          <a:ln w="15240">
            <a:solidFill>
              <a:srgbClr val="19D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536192"/>
            <a:ext cx="1097280" cy="731520"/>
          </a:xfrm>
          <a:prstGeom prst="rect">
            <a:avLst/>
          </a:prstGeom>
          <a:solidFill>
            <a:srgbClr val="10243A"/>
          </a:solidFill>
          <a:ln w="15240">
            <a:solidFill>
              <a:srgbClr val="19D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1536192"/>
            <a:ext cx="1097280" cy="731520"/>
          </a:xfrm>
          <a:prstGeom prst="rect">
            <a:avLst/>
          </a:prstGeom>
          <a:solidFill>
            <a:srgbClr val="09261F"/>
          </a:solidFill>
          <a:ln w="15240">
            <a:solidFill>
              <a:srgbClr val="39E8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536192"/>
            <a:ext cx="1097280" cy="731520"/>
          </a:xfrm>
          <a:prstGeom prst="rect">
            <a:avLst/>
          </a:prstGeom>
          <a:solidFill>
            <a:srgbClr val="1B1735"/>
          </a:solidFill>
          <a:ln w="15240">
            <a:solidFill>
              <a:srgbClr val="9E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1536192"/>
            <a:ext cx="1051560" cy="731520"/>
          </a:xfrm>
          <a:prstGeom prst="rect">
            <a:avLst/>
          </a:prstGeom>
          <a:solidFill>
            <a:srgbClr val="2A1D0B"/>
          </a:solidFill>
          <a:ln w="15240">
            <a:solidFill>
              <a:srgbClr val="FFB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 scoring example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154680"/>
            <a:ext cx="2240280" cy="1170432"/>
          </a:xfrm>
          <a:prstGeom prst="rect">
            <a:avLst/>
          </a:prstGeom>
          <a:solidFill>
            <a:srgbClr val="0D1B2E"/>
          </a:solidFill>
          <a:ln w="15240">
            <a:solidFill>
              <a:srgbClr val="19D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baseline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requests/hour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MB/hour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device + country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3730752"/>
            <a:ext cx="566928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86200" y="3154680"/>
            <a:ext cx="2240280" cy="1170432"/>
          </a:xfrm>
          <a:prstGeom prst="rect">
            <a:avLst/>
          </a:prstGeom>
          <a:solidFill>
            <a:srgbClr val="2B1018"/>
          </a:solidFill>
          <a:ln w="15240">
            <a:solidFill>
              <a:srgbClr val="FF647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activity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450 requests/hour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 MB/hour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device + country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3730752"/>
            <a:ext cx="566928" cy="0"/>
          </a:xfrm>
          <a:prstGeom prst="line">
            <a:avLst/>
          </a:prstGeom>
          <a:noFill/>
          <a:ln w="26670">
            <a:solidFill>
              <a:srgbClr val="19D3FF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04304" y="3063240"/>
            <a:ext cx="1508760" cy="1353312"/>
          </a:xfrm>
          <a:prstGeom prst="rect">
            <a:avLst/>
          </a:prstGeom>
          <a:solidFill>
            <a:srgbClr val="2A1D0B"/>
          </a:solidFill>
          <a:ln w="15240">
            <a:solidFill>
              <a:srgbClr val="FFB5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risk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+30 volume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+30 download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 novelty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80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900684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build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6840" y="3127248"/>
            <a:ext cx="2697480" cy="1700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Language: TypeScript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Frontend/Middleware: Next.js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Backend: Fastify or NestJS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Database: PostgreSQL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counters: Redis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Jobs: BullMQ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ML: Python FastAPI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B9C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LLM: alert explanation only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77240" y="4983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 modules to build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77240" y="5422392"/>
            <a:ext cx="68580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19D3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API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572768" y="5422392"/>
            <a:ext cx="86868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19D3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Normalizer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2551176" y="5422392"/>
            <a:ext cx="82296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9E6B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ID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3483864" y="5422392"/>
            <a:ext cx="68580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FFB54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279392" y="5422392"/>
            <a:ext cx="68580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39E8B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Baselines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074920" y="5422392"/>
            <a:ext cx="68580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9E6B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Sequences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870448" y="5422392"/>
            <a:ext cx="68580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FFB54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665976" y="5422392"/>
            <a:ext cx="68580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FF647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461504" y="5422392"/>
            <a:ext cx="82296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19D3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8394192" y="5422392"/>
            <a:ext cx="685800" cy="310896"/>
          </a:xfrm>
          <a:prstGeom prst="rect">
            <a:avLst/>
          </a:prstGeom>
          <a:solidFill>
            <a:srgbClr val="10243A"/>
          </a:solidFill>
          <a:ln w="10160">
            <a:solidFill>
              <a:srgbClr val="9E6B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77240" y="5961888"/>
            <a:ext cx="10744200" cy="420624"/>
          </a:xfrm>
          <a:prstGeom prst="rect">
            <a:avLst/>
          </a:prstGeom>
          <a:solidFill>
            <a:srgbClr val="1B1735"/>
          </a:solidFill>
          <a:ln w="15240">
            <a:solidFill>
              <a:srgbClr val="9E6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4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is not the blocker. Detection engine decides; LLM explains evidence and suggests investigation steps.</a:t>
            </a:r>
            <a:endParaRPr lang="en-US" sz="128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025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8AA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582</Words>
  <Application>Microsoft Office PowerPoint</Application>
  <PresentationFormat>Widescreen</PresentationFormat>
  <Paragraphs>160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 and Behavior-Based Detection System</dc:title>
  <dc:subject>Rule and Behavior-Based Detection System</dc:subject>
  <dc:creator>OpenAI</dc:creator>
  <cp:lastModifiedBy>Naxx_ G</cp:lastModifiedBy>
  <cp:revision>2</cp:revision>
  <dcterms:created xsi:type="dcterms:W3CDTF">2026-08-06T16:10:01Z</dcterms:created>
  <dcterms:modified xsi:type="dcterms:W3CDTF">2026-08-06T16:18:10Z</dcterms:modified>
</cp:coreProperties>
</file>